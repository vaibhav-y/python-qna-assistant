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Latency (s)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  <c:pt idx="5">
                    <c:v>Q6</c:v>
                  </c:pt>
                  <c:pt idx="6">
                    <c:v>Q7</c:v>
                  </c:pt>
                  <c:pt idx="7">
                    <c:v>Q8</c:v>
                  </c:pt>
                  <c:pt idx="8">
                    <c:v>Q9</c:v>
                  </c:pt>
                  <c:pt idx="9">
                    <c:v>Q10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2.9</c:v>
                </c:pt>
                <c:pt idx="1">
                  <c:v>1.3</c:v>
                </c:pt>
                <c:pt idx="2">
                  <c:v>1</c:v>
                </c:pt>
                <c:pt idx="3">
                  <c:v>1.4</c:v>
                </c:pt>
                <c:pt idx="4">
                  <c:v>4.6</c:v>
                </c:pt>
                <c:pt idx="5">
                  <c:v>8.8</c:v>
                </c:pt>
                <c:pt idx="6">
                  <c:v>9.3</c:v>
                </c:pt>
                <c:pt idx="7">
                  <c:v>19.7</c:v>
                </c:pt>
                <c:pt idx="8">
                  <c:v>11.6</c:v>
                </c:pt>
                <c:pt idx="9">
                  <c:v>19.8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554480"/>
            <a:ext cx="4754880" cy="4754880"/>
          </a:xfrm>
          <a:prstGeom prst="ellipse">
            <a:avLst/>
          </a:prstGeom>
          <a:solidFill>
            <a:srgbClr val="0D9488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138160" y="3108960"/>
            <a:ext cx="2926080" cy="2926080"/>
          </a:xfrm>
          <a:prstGeom prst="ellipse">
            <a:avLst/>
          </a:prstGeom>
          <a:solidFill>
            <a:srgbClr val="5EEAD4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430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 ·  STACK OVERFLOW  ·  GROUNDED ANSWERS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03504" y="155448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 Programming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Q&amp;A Assistant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answers over Stack Overflow Python Q&amp;A — with citations.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3977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Vaibhav Yadav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 ·  FAISS  ·  bge-small  ·  Groq Llama 3.3 70B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built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assistant that answers Python questions grounded in real Stack Overflow Q&amp;A — and returns the source links, so answers are verifiable rather than hallucinated.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4297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the closest Q&amp;A pairs from a 20k-vector FAISS index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Llama 3.3 70B composes a grounded, cited answer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Declines when the context doesn't fit — no hallucination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entry points to one pipeline: FastAPI API + Streamlit UI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120640" y="1417320"/>
            <a:ext cx="3474720" cy="3246120"/>
          </a:xfrm>
          <a:prstGeom prst="rect">
            <a:avLst/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49240" y="1664208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5532120" y="15727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Deliverables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057400"/>
            <a:ext cx="2971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RAG pipeline (retrieve → prompt → generate)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FastAPI: /ask, /health, /reindex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Streamlit chat UI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8 automated API tests (pytest)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Evaluation: 10 queries + observations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Dockerfile + README + .env.example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fits together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 —  build the index once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76656" y="1691640"/>
            <a:ext cx="161848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50008" y="2066544"/>
            <a:ext cx="210312" cy="0"/>
          </a:xfrm>
          <a:prstGeom prst="line">
            <a:avLst/>
          </a:prstGeom>
          <a:noFill/>
          <a:ln w="22225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78608" y="1691640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15184" y="1691640"/>
            <a:ext cx="161848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+ filter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(Score ≥ 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88536" y="2066544"/>
            <a:ext cx="210312" cy="0"/>
          </a:xfrm>
          <a:prstGeom prst="line">
            <a:avLst/>
          </a:prstGeom>
          <a:noFill/>
          <a:ln w="22225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17136" y="1691640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53712" y="1691640"/>
            <a:ext cx="161848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(bge-small)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27064" y="2066544"/>
            <a:ext cx="210312" cy="0"/>
          </a:xfrm>
          <a:prstGeom prst="line">
            <a:avLst/>
          </a:prstGeom>
          <a:noFill/>
          <a:ln w="22225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55664" y="1691640"/>
            <a:ext cx="1691640" cy="749808"/>
          </a:xfrm>
          <a:prstGeom prst="roundRect">
            <a:avLst>
              <a:gd name="adj" fmla="val 7317"/>
            </a:avLst>
          </a:prstGeom>
          <a:solidFill>
            <a:srgbClr val="CCFBF1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92240" y="1691640"/>
            <a:ext cx="161848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(20k vectors)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2670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prebuilt index is loaded once at startup and reused for every query.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3035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 —  serve  (FastAPI /ask  ·  Streamlit UI)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355848"/>
            <a:ext cx="1417320" cy="749808"/>
          </a:xfrm>
          <a:prstGeom prst="roundRect">
            <a:avLst>
              <a:gd name="adj" fmla="val 731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76656" y="3355848"/>
            <a:ext cx="134416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66544" y="3730752"/>
            <a:ext cx="164592" cy="0"/>
          </a:xfrm>
          <a:prstGeom prst="line">
            <a:avLst/>
          </a:prstGeom>
          <a:noFill/>
          <a:ln w="22225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240280" y="3355848"/>
            <a:ext cx="1417320" cy="749808"/>
          </a:xfrm>
          <a:prstGeom prst="roundRect">
            <a:avLst>
              <a:gd name="adj" fmla="val 731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276856" y="3355848"/>
            <a:ext cx="134416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66744" y="3730752"/>
            <a:ext cx="164592" cy="0"/>
          </a:xfrm>
          <a:prstGeom prst="line">
            <a:avLst/>
          </a:prstGeom>
          <a:noFill/>
          <a:ln w="22225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840480" y="3355848"/>
            <a:ext cx="1417320" cy="749808"/>
          </a:xfrm>
          <a:prstGeom prst="roundRect">
            <a:avLst>
              <a:gd name="adj" fmla="val 7317"/>
            </a:avLst>
          </a:prstGeom>
          <a:solidFill>
            <a:srgbClr val="CCFBF1"/>
          </a:solidFill>
          <a:ln w="12700">
            <a:solidFill>
              <a:srgbClr val="5EEAD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877056" y="3355848"/>
            <a:ext cx="134416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266944" y="3730752"/>
            <a:ext cx="164592" cy="0"/>
          </a:xfrm>
          <a:prstGeom prst="line">
            <a:avLst/>
          </a:prstGeom>
          <a:noFill/>
          <a:ln w="22225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440680" y="3355848"/>
            <a:ext cx="1417320" cy="749808"/>
          </a:xfrm>
          <a:prstGeom prst="roundRect">
            <a:avLst>
              <a:gd name="adj" fmla="val 731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77256" y="3355848"/>
            <a:ext cx="134416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67144" y="3730752"/>
            <a:ext cx="164592" cy="0"/>
          </a:xfrm>
          <a:prstGeom prst="line">
            <a:avLst/>
          </a:prstGeom>
          <a:noFill/>
          <a:ln w="22225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040880" y="3355848"/>
            <a:ext cx="1417320" cy="749808"/>
          </a:xfrm>
          <a:prstGeom prst="roundRect">
            <a:avLst>
              <a:gd name="adj" fmla="val 731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077456" y="3355848"/>
            <a:ext cx="1344168" cy="7498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design decisions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1460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950976" y="160934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vector per URL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8096" y="1975104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each Q&amp;A pair whole — no chunking. Pairs are coherent units; chunking fragments them.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37560" y="1463040"/>
            <a:ext cx="251460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38728" y="1682496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3739896" y="160934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Build-time filtering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57016" y="1975104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only Score ≥ 5 questions that have a positively-scored answer.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26480" y="1463040"/>
            <a:ext cx="251460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27648" y="1682496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6528816" y="1609344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Grounded, or it declines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45936" y="1975104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forbids guessing when the retrieved context is weak.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127248"/>
            <a:ext cx="251460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9808" y="3346704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327355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embeddings + FAISS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68096" y="3639312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fast, and ships as a portable file artifact — no vector-DB service.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337560" y="3127248"/>
            <a:ext cx="251460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538728" y="3346704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3739896" y="327355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Groq free-tier LLM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57016" y="3639312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 — strong generation at zero cost on the free tier.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26480" y="3127248"/>
            <a:ext cx="2514600" cy="137160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27648" y="3346704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6" name="Text 24"/>
          <p:cNvSpPr/>
          <p:nvPr/>
        </p:nvSpPr>
        <p:spPr>
          <a:xfrm>
            <a:off x="6528816" y="327355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shared indexer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45936" y="3639312"/>
            <a:ext cx="2093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CLI, API, and UI all reuse a single build path (app/indexer.py).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 &amp; quality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0876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diverse queries run end-to-end; the 8 in-scope ones all accurate, with runnable code + citations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holds: an out-of-scope CSS question was declined, not hallucinated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Dataset-age limitation surfaced: misses Python 3.9+ dict-merge (corpus is ~2008–2016)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automated API tests pass (RAG layer mocked)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98348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by query (seconds)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846320" y="1691640"/>
          <a:ext cx="38862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4846320" y="43434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is sub-millisecond; latency tracks answer length (generation-bound).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· 100+ USERS  (1/2)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Latency &amp; async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886200" cy="3154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700784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16093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Latency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Pre-load the index at startup (already done)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flat FAISS → ANN (HNSW / IVF)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tokens for fast time-to-first-byte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/ faster model on the hot path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463040"/>
            <a:ext cx="3886200" cy="3154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46904" y="1700784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5148072" y="16093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Async &amp; concurrency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83480" y="20574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endpoints + async Groq client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Gunicorn with multiple Uvicorn workers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app behind a load balancer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on CPU / requests-per-second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· 100+ USERS  (2/2)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Data, caching &amp; cost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97480" cy="3154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700784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6093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 DB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95528" y="205740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single-node → managed Qdrant / pgvector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store across all workers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offline, not in the serving process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47288" y="1463040"/>
            <a:ext cx="2697480" cy="3154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66744" y="1700784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3858768" y="16093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Caching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94176" y="205740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exact-match query cache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cache: reuse if query cosine ≥ 0.95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prompt caching; cache hot embeddings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45936" y="1463040"/>
            <a:ext cx="2697480" cy="3154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65392" y="1700784"/>
            <a:ext cx="10972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6757416" y="16093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92824" y="205740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cache skips most LLM calls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paid tier or provider fallback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rate limits + token/$ dashboards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what's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886200" cy="2697480"/>
          </a:xfrm>
          <a:prstGeom prst="rect">
            <a:avLst/>
          </a:prstGeom>
          <a:solidFill>
            <a:srgbClr val="13384A"/>
          </a:solidFill>
          <a:ln w="12700">
            <a:solidFill>
              <a:srgbClr val="1F4A5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700784"/>
            <a:ext cx="109728" cy="109728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16093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Known limits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~2008–2016 — can miss newer idioms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/reindex is memory-heavy and per-worker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ranking occasionally imperfect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463040"/>
            <a:ext cx="3886200" cy="2697480"/>
          </a:xfrm>
          <a:prstGeom prst="rect">
            <a:avLst/>
          </a:prstGeom>
          <a:solidFill>
            <a:srgbClr val="13384A"/>
          </a:solidFill>
          <a:ln w="12700">
            <a:solidFill>
              <a:srgbClr val="1F4A5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46904" y="1700784"/>
            <a:ext cx="109728" cy="109728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10" name="Text 8"/>
          <p:cNvSpPr/>
          <p:nvPr/>
        </p:nvSpPr>
        <p:spPr>
          <a:xfrm>
            <a:off x="5148072" y="16093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83480" y="205740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 filter / fresher corpus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 reranker for precision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vector DB + semantic cache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answers in the UI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free end-to-end:  Groq  +  bge-small  +  FAISS.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Q&amp;A Assistant</dc:title>
  <dc:subject>PptxGenJS Presentation</dc:subject>
  <dc:creator>Vaibhav Yadav</dc:creator>
  <cp:lastModifiedBy>Vaibhav Yadav</cp:lastModifiedBy>
  <cp:revision>1</cp:revision>
  <dcterms:created xsi:type="dcterms:W3CDTF">2026-06-14T13:12:14Z</dcterms:created>
  <dcterms:modified xsi:type="dcterms:W3CDTF">2026-06-14T13:12:14Z</dcterms:modified>
</cp:coreProperties>
</file>