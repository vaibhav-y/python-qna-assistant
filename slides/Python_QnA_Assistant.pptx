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  <c:pt idx="6">
                    <c:v>Q7</c:v>
                  </c:pt>
                  <c:pt idx="7">
                    <c:v>Q8</c:v>
                  </c:pt>
                  <c:pt idx="8">
                    <c:v>Q9</c:v>
                  </c:pt>
                  <c:pt idx="9">
                    <c:v>Q10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2.9</c:v>
                </c:pt>
                <c:pt idx="1">
                  <c:v>1.3</c:v>
                </c:pt>
                <c:pt idx="2">
                  <c:v>1</c:v>
                </c:pt>
                <c:pt idx="3">
                  <c:v>1.4</c:v>
                </c:pt>
                <c:pt idx="4">
                  <c:v>4.6</c:v>
                </c:pt>
                <c:pt idx="5">
                  <c:v>8.8</c:v>
                </c:pt>
                <c:pt idx="6">
                  <c:v>9.3</c:v>
                </c:pt>
                <c:pt idx="7">
                  <c:v>19.7</c:v>
                </c:pt>
                <c:pt idx="8">
                  <c:v>11.6</c:v>
                </c:pt>
                <c:pt idx="9">
                  <c:v>19.8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554480"/>
            <a:ext cx="4754880" cy="475488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3108960"/>
            <a:ext cx="2926080" cy="2926080"/>
          </a:xfrm>
          <a:prstGeom prst="ellipse">
            <a:avLst/>
          </a:prstGeom>
          <a:solidFill>
            <a:srgbClr val="5EEA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·  STACK OVERFLOW  ·  GROUNDED ANSWERS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5544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Programming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 Assistant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answers over Stack Overflow Python Q&amp;A — with citations.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FAISS  ·  bge-small  ·  Groq Llama 3.3 70B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assistant that answers Python questions grounded in real Stack Overflow Q&amp;A — and returns the source links, so answers are verifiable rather than hallucinated.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closest Q&amp;A pairs from a 20k-vector FAISS index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 composes a grounded, cited answer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Declines when the context doesn't fit — no hallucination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entry points to one pipeline: FastAPI API + Streamlit UI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120640" y="1417320"/>
            <a:ext cx="3474720" cy="3246120"/>
          </a:xfrm>
          <a:prstGeom prst="rect">
            <a:avLst/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49240" y="1664208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532120" y="1572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20574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RAG pipeline (retrieve → prompt → generate)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FastAPI: /ask, /health, /reindex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Streamlit chat UI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 automated API tests (pytest)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Evaluation: 10 queries + observations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Dockerfile + README + .env.example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fits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 —  build the index once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" y="1691640"/>
            <a:ext cx="1618488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50008" y="2066544"/>
            <a:ext cx="210312" cy="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78608" y="1691640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15184" y="1691640"/>
            <a:ext cx="1618488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filter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(Score ≥ 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88536" y="2066544"/>
            <a:ext cx="210312" cy="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17136" y="1691640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3712" y="1691640"/>
            <a:ext cx="1618488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(bge-small)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27064" y="2066544"/>
            <a:ext cx="210312" cy="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55664" y="1691640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691640"/>
            <a:ext cx="1618488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(20k vectors)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670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prebuilt index is loaded once at startup and reused for every query.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0358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 —  serve  (FastAPI /ask  ·  Streamlit UI)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355848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" y="3355848"/>
            <a:ext cx="1344168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66544" y="3730752"/>
            <a:ext cx="164592" cy="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240280" y="3355848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76856" y="3355848"/>
            <a:ext cx="1344168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66744" y="3730752"/>
            <a:ext cx="164592" cy="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840480" y="3355848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77056" y="3355848"/>
            <a:ext cx="1344168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66944" y="3730752"/>
            <a:ext cx="164592" cy="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40680" y="3355848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77256" y="3355848"/>
            <a:ext cx="1344168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67144" y="3730752"/>
            <a:ext cx="164592" cy="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040880" y="3355848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077456" y="3355848"/>
            <a:ext cx="1344168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146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160934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vector per URL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1975104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each Q&amp;A pair whole — no chunking. Pairs are coherent units; chunking fragments them.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5146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38728" y="1682496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739896" y="160934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Build-time filtering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57016" y="1975104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only Score ≥ 5 questions that have a positively-scored answer.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5146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1682496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528816" y="160934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Grounded, or it declines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45936" y="1975104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forbids guessing when the retrieved context is weak.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25146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346704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" y="32735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embeddings + FAISS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3639312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fast, and ships as a portable file artifact — no vector-DB service.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37560" y="3127248"/>
            <a:ext cx="25146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38728" y="3346704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739896" y="32735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Groq free-tier LLM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57016" y="3639312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— strong generation at zero cost on the free tier.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127248"/>
            <a:ext cx="25146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27648" y="3346704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528816" y="32735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shared indexer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45936" y="3639312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CLI, API, and UI all reuse a single build path (app/indexer.py).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quality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0876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diverse queries run end-to-end; the 8 in-scope ones all accurate, with runnable code + citations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holds: an out-of-scope CSS question was declined, not hallucinated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Dataset-age limitation surfaced: misses Python 3.9+ dict-merge (corpus is ~2008–2016)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automated API tests pass (RAG layer mocked)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834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by query (seconds)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846320" y="1691640"/>
          <a:ext cx="38862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43434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sub-millisecond; latency tracks answer length (generation-bound).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· 100+ USERS 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 &amp; async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86200" cy="3154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00784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16093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 the index at startup (already done)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flat FAISS → ANN (HNSW / IVF)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tokens for fast time-to-first-byte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/ faster model on the hot path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886200" cy="3154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46904" y="1700784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148072" y="16093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 &amp; concurrency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20574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endpoints + async Groq client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with multiple Uvicorn workers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app behind a load balancer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 on CPU / requests-per-second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· 100+ USERS 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Data, caching &amp;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3154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00784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093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DB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205740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single-node → managed Qdrant / pgvector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store across all workers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offline, not in the serving process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47288" y="1463040"/>
            <a:ext cx="2697480" cy="3154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66744" y="1700784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858768" y="16093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94176" y="205740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exact-match query cache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cache: reuse if query cosine ≥ 0.95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caching; cache hot embeddings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45936" y="1463040"/>
            <a:ext cx="2697480" cy="3154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65392" y="1700784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757416" y="16093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92824" y="205740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 skips most LLM calls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paid tier or provider fallback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rate limits + token/$ dashboards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86200" cy="2697480"/>
          </a:xfrm>
          <a:prstGeom prst="rect">
            <a:avLst/>
          </a:prstGeom>
          <a:solidFill>
            <a:srgbClr val="13384A"/>
          </a:solidFill>
          <a:ln w="12700">
            <a:solidFill>
              <a:srgbClr val="1F4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00784"/>
            <a:ext cx="109728" cy="109728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16093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~2008–2016 — can miss newer idioms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/reindex is memory-heavy and per-worker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ranking occasionally imperfect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886200" cy="2697480"/>
          </a:xfrm>
          <a:prstGeom prst="rect">
            <a:avLst/>
          </a:prstGeom>
          <a:solidFill>
            <a:srgbClr val="13384A"/>
          </a:solidFill>
          <a:ln w="12700">
            <a:solidFill>
              <a:srgbClr val="1F4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46904" y="1700784"/>
            <a:ext cx="109728" cy="109728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5148072" y="16093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205740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filter / fresher corpus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 for precision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vector DB + semantic cache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answers in the UI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free end-to-end:  Groq  +  bge-small  +  FAISS.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Q&amp;A Assistant</dc:title>
  <dc:subject>PptxGenJS Presentation</dc:subject>
  <dc:creator>Vaibhav Yadav</dc:creator>
  <cp:lastModifiedBy>Vaibhav Yadav</cp:lastModifiedBy>
  <cp:revision>1</cp:revision>
  <dcterms:created xsi:type="dcterms:W3CDTF">2026-06-14T12:51:00Z</dcterms:created>
  <dcterms:modified xsi:type="dcterms:W3CDTF">2026-06-14T12:51:00Z</dcterms:modified>
</cp:coreProperties>
</file>